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6462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Üniversitesi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 Taşıma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Tasarımı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BLM2006 – Bilgisayar Ağlarına Giriş  |  Final Projesi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548640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Emre Arslan  |  Ömer Şerif Oduncu  |  Eyüp Demirkapı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 (Socket)   •   Cisco Packet Tracer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Bilgisayar Mühendisliği Bölümü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Proje Kapsamı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Projenin Amacı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Günümüz metropollerinde toplu taşıma sistemlerinin merkezi yönetimi kritik bir gereksinimdir. Bu proje; metro hattının bakiye yönetimi, yolcu kaydı ve sefer takibini gerçek zamanlı bir istemci-sunucu mimarisiyle modellemektedir.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Modülleri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2788920"/>
            <a:ext cx="160020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788920"/>
            <a:ext cx="16002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346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server.py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" y="3218688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8080 TCP sunucu, eş zamanlı bağlantı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93392" y="2788920"/>
            <a:ext cx="160020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93392" y="2788920"/>
            <a:ext cx="16002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9112" y="28346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client.py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57400" y="3218688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 doğrulama &amp; komut istemcisi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12464" y="2788920"/>
            <a:ext cx="160020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12464" y="2788920"/>
            <a:ext cx="16002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58184" y="28346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metro_gui.py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76472" y="3218688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grafik arayüzü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31536" y="2788920"/>
            <a:ext cx="160020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31536" y="2788920"/>
            <a:ext cx="16002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77256" y="28346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tren.py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95544" y="3218688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sınıfı &amp; sefer yönetimi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50608" y="2788920"/>
            <a:ext cx="160020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50608" y="2788920"/>
            <a:ext cx="16002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96328" y="28346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yolcu.py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14616" y="3218688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Yolcu &amp; bakiye iş mantığı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160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katmanı: istasyonlar.json  •  trenler.json  •  kullanicilar.json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Hedefler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640080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2070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İstemci-Sunucu Mimarisi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46304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socket kütüphanesiyle düşük gecikmeli, güvenli ağ haberleşmesi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640080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01952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1920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 Doğrulama &amp; Güvenlik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17627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adı/şifre doğrulamasına dayalı yetkilendirme mekanizması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15184"/>
            <a:ext cx="640080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615184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2633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Tabanlı Modüler Mimari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889504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Yeniden kullanılabilir, genişletilebilir nesne yönelimli tasarım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328416"/>
            <a:ext cx="640080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328416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33467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Kullanıcı Arayüzü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60273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ile sefer bilgileri ve bakiye işlemlerinin görsel sunumu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041648"/>
            <a:ext cx="640080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041648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405993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Veri Yönetimi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431596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Kalıcı, hafif ve esnek veri saklama altyapısı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Mimarisi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926080" cy="3474720"/>
          </a:xfrm>
          <a:prstGeom prst="rect">
            <a:avLst/>
          </a:prstGeom>
          <a:solidFill>
            <a:srgbClr val="EBF5FB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İSTEMCİ KATMANI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560320" cy="6400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739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bağlantısı &amp; protokol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2560320" cy="6400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968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metro_gui.py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2560320" cy="6400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198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yolcu.py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&amp; bakiye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2377440"/>
            <a:ext cx="128016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4231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2697480"/>
            <a:ext cx="128016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234440"/>
            <a:ext cx="4206240" cy="347472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234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 KATMANI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737360"/>
            <a:ext cx="384048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7739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server.py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127.0.0.1:8080  •  Multi-thread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560320"/>
            <a:ext cx="384048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5968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tren.py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28803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Sefer &amp; güzergah yönetimi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383280"/>
            <a:ext cx="384048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4198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Veri Katmanı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3703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kullanicilar / istasyonlar / trenler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 Formatı: KullanıcıAdı – Şifre – İşlemKodu – Miktar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Kullanılan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Teknolojiler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70432"/>
          <a:ext cx="8412480" cy="36576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Teknoloji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Sürüm / Araç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Kullanım Amacı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backend &amp; frontend geliştirme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Standart Kütüphane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TCP/IP tabanlı ağ iletişimi (port 8080)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Standart Kütüphane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serileştirme ve kalıcı saklama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tkinter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Standart Kütüphane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Masaüstü grafik kullanıcı arayüzü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Standart Kütüphane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Eş zamanlı istemci bağlantıları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Packet Tracer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Simülasyon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Ağ topolojisi &amp; protokol simülasyonu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PyCharm / VS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Geliştirme ortamı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</a:t>
            </a: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Topolojisi (Cisco Packet Tracer)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70432"/>
          <a:ext cx="7863840" cy="3108959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Cihaz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2911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2911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Çekirdek yönlendirici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2960-24TT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2960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Erişim katmanı anahtarı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İstemci iş istasyonları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Cihazlar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RFID okuyucu, kapı kontrolü, LCD ekran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Sunucu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FTP/HTTP &amp; operasyonel uygulama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Kablolu-kablosuz köprü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370832"/>
            <a:ext cx="27432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4"/>
          <p:cNvSpPr/>
          <p:nvPr/>
        </p:nvSpPr>
        <p:spPr>
          <a:xfrm>
            <a:off x="320040" y="43708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462686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IP ataması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4370832"/>
            <a:ext cx="27432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46120" y="43708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Statik Yönlendirme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46120" y="462686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Merkez↔İstasyon veri akışı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26480" y="4370832"/>
            <a:ext cx="27432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43708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Simülasyon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72200" y="462686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paket izleme &amp; doğrulama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Test Sonuçları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70432"/>
          <a:ext cx="8412480" cy="3200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Senaryosu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Beklenen Sonuç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Gerçekleşen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Geçerli kimlik ile giriş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Bağlantı başarılı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Başarılı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Hatalı şifre ile giriş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Bağlantı reddedildi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Başarılı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Bakiye sorgulama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Anlık bakiye görüntüleme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Başarılı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TL bakiye yükleme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Bakiye +50 TL güncellendi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Başarılı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kalıcılık testi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Yeniden başlatmada veri korundu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Başarılı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Eş zamanlı 2 istemci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ikisi de yanıt aldı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Başarılı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507992"/>
            <a:ext cx="841248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5079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işlemler yerel ağda &lt; 50 ms  •  Paket kaybı: 0%  •  Ping testi: Başarılı</a:t>
            </a:r>
            <a:endParaRPr lang="en-US" sz="1200" dirty="0"/>
          </a:p>
        </p:txBody>
      </p:sp>
      <p:sp>
        <p:nvSpPr>
          <p:cNvPr id="5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Arayüz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Veri Yönetimi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Arayüzü (metro_gui.py)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Sefer Listesi Ekranı – Tren, saat ve doluluk tablosu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Bakiye Paneli – Sorgulama ve yükleme tek ekranda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Mesajları – Hatalı kimlik / yetersiz bakiye uyarıları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Güncelleme – Bakiye yükleme sonrası anlık yenileme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11887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Katmanı – JSON Dosyaları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664208"/>
            <a:ext cx="411480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664208"/>
            <a:ext cx="64008" cy="7772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7099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kullanicilar.json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9842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 doğrulama &amp; bakiye güncelleme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578608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578608"/>
            <a:ext cx="64008" cy="7772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624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istasyonlar.json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8986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Sefer &amp; rota görüntüleme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493008"/>
            <a:ext cx="411480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3493008"/>
            <a:ext cx="64008" cy="7772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538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trenler.json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8130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Sefer tablosu &amp; GUI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 yeniden başlatıldığında veriler korunmakta; JSON dosyalar kalıcı bellek görevi görmektedir.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4572000" cy="3657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 Taşıma Ağ Tasarımı projesi, belirlenen tüm hedeflere ulaşmış ve kararlı bir yazılım ürünü olarak tamamlanmıştır.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tabanlı istemci-sunucu mimarisi başarıyla hayata geçirildi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 doğrulama, bakiye sorgulama/yükleme ve sefer görüntüleme entegre çalışıyor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işlemler &lt; 50 ms ile tamamlandı; sıfır paket kaybı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Packet Tracer'da ağ simülasyonu başarıyla doğrulandı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otomatik IP ataması ve statik yönlendirme kuralları çalışıyor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297680"/>
            <a:ext cx="74980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github.com/Domar987/Bilgisayar_Aglari_Projesi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Marmara Üniversitesi – Bilgisayar Mühendisliği Bölümü  |  BLM2006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677</Words>
  <Application>Microsoft Office PowerPoint</Application>
  <PresentationFormat>On-screen Show (16:9)</PresentationFormat>
  <Paragraphs>178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Toplu Taşıma Ağ Tasarımı</dc:title>
  <dc:subject>PptxGenJS Presentation</dc:subject>
  <dc:creator>PptxGenJS</dc:creator>
  <cp:lastModifiedBy>ömer oduncu</cp:lastModifiedBy>
  <cp:revision>2</cp:revision>
  <dcterms:created xsi:type="dcterms:W3CDTF">2026-05-04T09:05:56Z</dcterms:created>
  <dcterms:modified xsi:type="dcterms:W3CDTF">2026-05-04T09:14:21Z</dcterms:modified>
</cp:coreProperties>
</file>